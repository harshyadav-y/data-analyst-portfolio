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E-Commerce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 Harsh Yadav</a:t>
            </a:r>
          </a:p>
          <a:p>
            <a:r>
              <a:t>Institute: analyticxlabs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agenda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problem statement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business objective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tools used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workflow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dataset overview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product dataset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sales dataset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pricing dataset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Hierarchy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hierarchy dataset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data cleaning in the e-commerce data analysis project using Excel, SQL, and Power BI.</a:t>
            </a:r>
          </a:p>
        </p:txBody>
      </p:sp>
      <p:pic>
        <p:nvPicPr>
          <p:cNvPr id="4" name="Picture 3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6459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excel analysis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Pivot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pivot tables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revenue analysis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trend analysis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top products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regional analysis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sql introduction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database creation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table structure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primary keys in the e-commerce data analysis project using Excel, SQL, and Power BI.</a:t>
            </a:r>
          </a:p>
        </p:txBody>
      </p:sp>
      <p:pic>
        <p:nvPicPr>
          <p:cNvPr id="4" name="Picture 3" descr="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6459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Foreign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foreign keys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sql joins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Aggregate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aggregate functions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subqueries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Window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window functions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sql insights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power bi introduction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Import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data import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power query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data modeling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DAX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dax measures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Cards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kpi cards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sales dashboard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customer dashboard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product dashboard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regional dashboard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Filters and Slicers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filters and slicers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business insights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recommendations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conclusion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42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43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44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45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46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47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48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49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50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51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52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53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54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55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56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57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58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59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60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61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62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63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64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65 in the e-commerce data analysis project using Excel, SQL, and Power BI.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presents detailed information about additional analysis 66 in the e-commerce data analysis project using Excel, SQL, and Power BI.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